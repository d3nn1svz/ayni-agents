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0:00 – 0:08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280160"/>
            <a:ext cx="12191695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F7931A"/>
                </a:solidFill>
                <a:latin typeface="Calibri"/>
              </a:rPr>
              <a:t>ayni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749039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ECECF0"/>
                </a:solidFill>
                <a:latin typeface="Calibri"/>
              </a:rPr>
              <a:t>agent-paid expert APIs   ·   over Lightning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8B93A7"/>
                </a:solidFill>
                <a:latin typeface="Calibri"/>
              </a:rPr>
              <a:t>AI agents pay sub-cent in Lightning. Payment auto-splits to the contributors who maintain the knowledge.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1792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B93A7"/>
                </a:solidFill>
                <a:latin typeface="Calibri"/>
              </a:rPr>
              <a:t>Hack Nation 5 — Tech Video — 60 sec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0:08 – 0:25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CECF0"/>
                </a:solidFill>
                <a:latin typeface="Calibri"/>
              </a:rPr>
              <a:t>How it fits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2103120" cy="219456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7931A"/>
                </a:solidFill>
                <a:latin typeface="Calibri"/>
              </a:rPr>
              <a:t>AI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+ wallet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B93A7"/>
                </a:solidFill>
                <a:latin typeface="Consolas"/>
              </a:rPr>
              <a:t>MDK · Phoenix</a:t>
            </a:r>
          </a:p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B93A7"/>
                </a:solidFill>
                <a:latin typeface="Consolas"/>
              </a:rPr>
              <a:t>Alby · Strike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331720"/>
            <a:ext cx="5394960" cy="3931920"/>
          </a:xfrm>
          <a:prstGeom prst="roundRect">
            <a:avLst>
              <a:gd name="adj" fmla="val 4000"/>
            </a:avLst>
          </a:prstGeom>
          <a:solidFill>
            <a:srgbClr val="182138"/>
          </a:solidFill>
          <a:ln w="12700">
            <a:solidFill>
              <a:srgbClr val="F793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468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Ayni  —  Next.js 15 on Vercel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17520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1546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manifest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520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794760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/.well-known/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agent-skill.json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3017520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31546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API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5204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L402 paywall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3794760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/api/ayni/[plugin]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MDK · withPayment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40579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477773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splitter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514349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fan-out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417819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scripts/demo-flow.sh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floor-then-residual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4640579"/>
            <a:ext cx="2377440" cy="1440179"/>
          </a:xfrm>
          <a:prstGeom prst="roundRect">
            <a:avLst>
              <a:gd name="adj" fmla="val 6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477773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CECF0"/>
                </a:solidFill>
                <a:latin typeface="Calibri"/>
              </a:rPr>
              <a:t>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14349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7931A"/>
                </a:solidFill>
                <a:latin typeface="Calibri"/>
              </a:rPr>
              <a:t>live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5417819"/>
            <a:ext cx="2011680" cy="571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/api/payouts/stream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FD580"/>
                </a:solidFill>
                <a:latin typeface="Consolas"/>
              </a:rPr>
              <a:t>SSE  ·  2-phase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331720"/>
            <a:ext cx="2468880" cy="178308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25603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alibri"/>
              </a:rPr>
              <a:t>Lightning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63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CECF0"/>
                </a:solidFill>
                <a:latin typeface="Calibri"/>
              </a:rPr>
              <a:t>Bitcoin mainnet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4747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BOLT11 invoices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4343400"/>
            <a:ext cx="2468880" cy="1920240"/>
          </a:xfrm>
          <a:prstGeom prst="roundRect">
            <a:avLst>
              <a:gd name="adj" fmla="val 6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5262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7931A"/>
                </a:solidFill>
                <a:latin typeface="Calibri"/>
              </a:rPr>
              <a:t>Contributors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onsolas"/>
              </a:rPr>
              <a:t>BOLT12  /  LN-Address</a:t>
            </a:r>
          </a:p>
        </p:txBody>
      </p:sp>
      <p:sp>
        <p:nvSpPr>
          <p:cNvPr id="36" name="Oval 35"/>
          <p:cNvSpPr/>
          <p:nvPr/>
        </p:nvSpPr>
        <p:spPr>
          <a:xfrm>
            <a:off x="9363456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793224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22992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52760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082528" y="5577840"/>
            <a:ext cx="310896" cy="310896"/>
          </a:xfrm>
          <a:prstGeom prst="ellipse">
            <a:avLst/>
          </a:prstGeom>
          <a:solidFill>
            <a:srgbClr val="FFD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697480" y="416052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51760" y="3794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ECECF0"/>
                </a:solidFill>
                <a:latin typeface="Calibri"/>
              </a:rPr>
              <a:t>1.  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51760" y="44805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8B93A7"/>
                </a:solidFill>
                <a:latin typeface="Calibri"/>
              </a:rPr>
              <a:t>← answer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641080" y="310896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CECF0"/>
                </a:solidFill>
                <a:latin typeface="Calibri"/>
              </a:rPr>
              <a:t>2.  invoice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34290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8B93A7"/>
                </a:solidFill>
                <a:latin typeface="Calibri"/>
              </a:rPr>
              <a:t>← preimage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8641080" y="5212080"/>
            <a:ext cx="365760" cy="292608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ECECF0"/>
                </a:solidFill>
                <a:latin typeface="Calibri"/>
              </a:rPr>
              <a:t>3.  fan-out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0080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FFD580"/>
                </a:solidFill>
                <a:latin typeface="Calibri"/>
              </a:rPr>
              <a:t>(1) agent calls API   →   (2) MDK issues + verifies Lightning invoice   →   (3) splitter fans out to all contributors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0:25 – 0:35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L402 ZOOM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Inside the API route.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Agent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GET /api/ayni/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tributario-pe?q=igv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6324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7472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402 returned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Lightning invoice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+ L402 macaroon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9788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Pay +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Authorization: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L402 &lt;mac&gt;:&lt;preimage&gt;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32520" y="331012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2377440"/>
            <a:ext cx="2377440" cy="219456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56032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3017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Verify + 200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56616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sha256(preimage)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FD580"/>
                </a:solidFill>
                <a:latin typeface="Consolas"/>
              </a:rPr>
              <a:t>=== paymentHash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2920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FFD580"/>
                </a:solidFill>
                <a:latin typeface="Calibri"/>
              </a:rPr>
              <a:t>End-to-end on Bitcoin mainnet. Real invoices. Real preimage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0:35 – 0:46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ONWARD FAN-OUT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Splitter: floor-then-residual.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6400800" cy="3383280"/>
          </a:xfrm>
          <a:prstGeom prst="roundRect">
            <a:avLst>
              <a:gd name="adj" fmla="val 4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5669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# floor-then-residual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amounts = [floor(total * pct) for pct in splits]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residual = total - sum(amounts)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amounts[0] += residual    # curador absorbs drift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assert sum(amounts) == total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for wallet, sats in zip(wallets, amounts):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FFD580"/>
                </a:solidFill>
                <a:latin typeface="Consolas"/>
              </a:rPr>
              <a:t>    pay_lightning(wallet, sats)   # BOLT12 / LN-Address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77440"/>
            <a:ext cx="4873752" cy="3383280"/>
          </a:xfrm>
          <a:prstGeom prst="roundRect">
            <a:avLst>
              <a:gd name="adj" fmla="val 4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606040"/>
            <a:ext cx="4325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017520"/>
            <a:ext cx="4325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100 sat → Tributario 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7033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703320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Curador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0873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087368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Validador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47141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471416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485546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855464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2395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7931A"/>
                </a:solidFill>
                <a:latin typeface="Consolas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239512"/>
            <a:ext cx="30449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CECF0"/>
                </a:solidFill>
                <a:latin typeface="Calibri"/>
              </a:rPr>
              <a:t>Contribuidor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212080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6ECC9A"/>
                </a:solidFill>
                <a:latin typeface="Consolas"/>
              </a:rPr>
              <a:t>Σ = 100 sat. No drift.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B93A7"/>
                </a:solidFill>
                <a:latin typeface="Calibri"/>
              </a:rPr>
              <a:t>Each wallet paid by BOLT12 or Lightning Address via the MDK agent-wallet.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0:46 – 0:55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40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ECECF0"/>
                </a:solidFill>
                <a:latin typeface="Calibri"/>
              </a:rPr>
              <a:t>The fix that unlocked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L402 route 500'd at runtime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ws.mask() broke when bundled by webpack. Native lightning-js .node binding can't be webpacked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1624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1624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CAUSE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1624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Webpack vs. native bindings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1624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Next.js bundled both modules into the route. Native code refused to load; ws was mangled by minification.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5968" y="2331720"/>
            <a:ext cx="3514344" cy="320040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00288" y="260604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288" y="26060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7931A"/>
                </a:solidFill>
                <a:latin typeface="Calibri"/>
              </a:rPr>
              <a:t>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3108960"/>
            <a:ext cx="2965704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Externalize + Node 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288" y="4160520"/>
            <a:ext cx="296570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8B93A7"/>
                </a:solidFill>
                <a:latin typeface="Calibri"/>
              </a:rPr>
              <a:t>next.config.mjs externals: ['ws','@moneydevkit/lightning-js']. Route handler: export const runtime = 'nodejs'.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onsolas"/>
              </a:rPr>
              <a:t>commit  09efcb6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8B93A7"/>
                </a:solidFill>
                <a:latin typeface="Consolas"/>
              </a:rPr>
              <a:t>fix(l402): externalize ws + lightning native module, set nodejs runtime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24160" y="36576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24160" y="36576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ECECF0"/>
                </a:solidFill>
                <a:latin typeface="Consolas"/>
              </a:rPr>
              <a:t>0:55 – 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92024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7200" b="1" i="0">
                <a:solidFill>
                  <a:srgbClr val="ECECF0"/>
                </a:solidFill>
                <a:latin typeface="Calibri"/>
              </a:rPr>
              <a:t>Live on mainnet.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7200" b="1" i="0">
                <a:solidFill>
                  <a:srgbClr val="F7931A"/>
                </a:solidFill>
                <a:latin typeface="Calibri"/>
              </a:rPr>
              <a:t>MIT on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 i="0">
                <a:solidFill>
                  <a:srgbClr val="ECECF0"/>
                </a:solidFill>
                <a:latin typeface="Consolas"/>
              </a:rPr>
              <a:t>ayniw.com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692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0" i="0">
                <a:solidFill>
                  <a:srgbClr val="8B93A7"/>
                </a:solidFill>
                <a:latin typeface="Consolas"/>
              </a:rPr>
              <a:t>github.com/d3nn1sVZ/Ayni-agents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
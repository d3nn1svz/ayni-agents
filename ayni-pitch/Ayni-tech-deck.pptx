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0:00 – 0:10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0" b="1" i="0">
                <a:solidFill>
                  <a:srgbClr val="F7931A"/>
                </a:solidFill>
                <a:latin typeface="Calibri"/>
              </a:rPr>
              <a:t>ayni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CECF0"/>
                </a:solidFill>
                <a:latin typeface="Calibri"/>
              </a:rPr>
              <a:t>agent-paid expert APIs   ·   over Lightning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1">
                <a:solidFill>
                  <a:srgbClr val="8B93A7"/>
                </a:solidFill>
                <a:latin typeface="Calibri"/>
              </a:rPr>
              <a:t>AI agents pay sub-cent in Lightning. Payment auto-splits to the contributors who maintain the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3A7"/>
                </a:solidFill>
                <a:latin typeface="Calibri"/>
              </a:rPr>
              <a:t>Hack Nation 5 — Tech Video — 60 sec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0:10 – 0:18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CECF0"/>
                </a:solidFill>
                <a:latin typeface="Calibri"/>
              </a:rPr>
              <a:t>What we built it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5362956" cy="1463040"/>
          </a:xfrm>
          <a:prstGeom prst="roundRect">
            <a:avLst>
              <a:gd name="adj" fmla="val 6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6314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7931A"/>
                </a:solidFill>
                <a:latin typeface="Calibri"/>
              </a:rP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6314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3A7"/>
                </a:solidFill>
                <a:latin typeface="Consolas"/>
              </a:rPr>
              <a:t>App Router · React 19 · 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2834640"/>
            <a:ext cx="5362956" cy="1463040"/>
          </a:xfrm>
          <a:prstGeom prst="roundRect">
            <a:avLst>
              <a:gd name="adj" fmla="val 6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3116" y="3063240"/>
            <a:ext cx="46314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7931A"/>
                </a:solidFill>
                <a:latin typeface="Calibri"/>
              </a:rPr>
              <a:t>MoneyDevKit 0.16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3116" y="3703320"/>
            <a:ext cx="46314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3A7"/>
                </a:solidFill>
                <a:latin typeface="Consolas"/>
              </a:rPr>
              <a:t>@moneydevkit/nextjs · withPayment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5362956" cy="1463040"/>
          </a:xfrm>
          <a:prstGeom prst="roundRect">
            <a:avLst>
              <a:gd name="adj" fmla="val 6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6314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7931A"/>
                </a:solidFill>
                <a:latin typeface="Calibri"/>
              </a:rPr>
              <a:t>L402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46314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3A7"/>
                </a:solidFill>
                <a:latin typeface="Consolas"/>
              </a:rPr>
              <a:t>HTTP 402 + Lightning invoice + macaroon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4572000"/>
            <a:ext cx="5362956" cy="1463040"/>
          </a:xfrm>
          <a:prstGeom prst="roundRect">
            <a:avLst>
              <a:gd name="adj" fmla="val 6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3116" y="4800600"/>
            <a:ext cx="46314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7931A"/>
                </a:solidFill>
                <a:latin typeface="Calibri"/>
              </a:rPr>
              <a:t>Bitcoin mainnet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116" y="5440680"/>
            <a:ext cx="46314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3A7"/>
                </a:solidFill>
                <a:latin typeface="Consolas"/>
              </a:rPr>
              <a:t>BOLT11 / BOLT12 · real sats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0:18 – 0:28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CECF0"/>
                </a:solidFill>
                <a:latin typeface="Calibri"/>
              </a:rPr>
              <a:t>The L402 request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Agent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GET /api/ayni/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tributario-pe?q=igv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331012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37744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402 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5661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Lightning invoice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+ L402 macaroon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80" y="331012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37744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Pay + 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Authorization: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L402 &lt;mac&gt;:&lt;preimage&gt;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2520" y="331012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37744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Verify + 200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5661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sha256(preimage)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D580"/>
                </a:solidFill>
                <a:latin typeface="Consolas"/>
              </a:rPr>
              <a:t>=== paymentHash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FFD580"/>
                </a:solidFill>
                <a:latin typeface="Calibri"/>
              </a:rPr>
              <a:t>End-to-end on Bitcoin mainnet. Real invoices. Real preimage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0:28 – 0:42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ONWARD FAN-OUT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CECF0"/>
                </a:solidFill>
                <a:latin typeface="Calibri"/>
              </a:rPr>
              <a:t>Splitter: floor-then-residual.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6400800" cy="3383280"/>
          </a:xfrm>
          <a:prstGeom prst="roundRect">
            <a:avLst>
              <a:gd name="adj" fmla="val 4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# floor-then-residual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amounts = [floor(total * pct) for pct in splits]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residual = total - sum(amounts)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amounts[0] += residual    # curador absorbs drift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assert sum(amounts) == total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for wallet, sats in zip(wallets, amounts):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D580"/>
                </a:solidFill>
                <a:latin typeface="Consolas"/>
              </a:rPr>
              <a:t>    pay_lightning(wallet, sats)   # BOLT12 / LN-Address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377440"/>
            <a:ext cx="4873752" cy="3383280"/>
          </a:xfrm>
          <a:prstGeom prst="roundRect">
            <a:avLst>
              <a:gd name="adj" fmla="val 4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606040"/>
            <a:ext cx="43251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017520"/>
            <a:ext cx="43251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100 sat → Tributario 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703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7931A"/>
                </a:solidFill>
                <a:latin typeface="Consolas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70332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CECF0"/>
                </a:solidFill>
                <a:latin typeface="Calibri"/>
              </a:rPr>
              <a:t>Curador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0873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7931A"/>
                </a:solidFill>
                <a:latin typeface="Consolas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87368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CECF0"/>
                </a:solidFill>
                <a:latin typeface="Calibri"/>
              </a:rPr>
              <a:t>Validador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47141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7931A"/>
                </a:solidFill>
                <a:latin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471416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CECF0"/>
                </a:solidFill>
                <a:latin typeface="Calibri"/>
              </a:rPr>
              <a:t>Contribuidor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554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7931A"/>
                </a:solidFill>
                <a:latin typeface="Consola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855464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CECF0"/>
                </a:solidFill>
                <a:latin typeface="Calibri"/>
              </a:rPr>
              <a:t>Contribuidor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239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7931A"/>
                </a:solidFill>
                <a:latin typeface="Consola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3951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CECF0"/>
                </a:solidFill>
                <a:latin typeface="Calibri"/>
              </a:rPr>
              <a:t>Contribuidor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212080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ECC9A"/>
                </a:solidFill>
                <a:latin typeface="Consolas"/>
              </a:rPr>
              <a:t>Σ = 100 sat. No drift.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8B93A7"/>
                </a:solidFill>
                <a:latin typeface="Calibri"/>
              </a:rPr>
              <a:t>Each wallet paid by BOLT12 or Lightning Address via the MDK agent-wallet.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0:42 – 0:55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CECF0"/>
                </a:solidFill>
                <a:latin typeface="Calibri"/>
              </a:rPr>
              <a:t>The fix that unlocked end-to-end.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514344" cy="3200400"/>
          </a:xfrm>
          <a:prstGeom prst="roundRect">
            <a:avLst>
              <a:gd name="adj" fmla="val 5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7931A"/>
                </a:solidFill>
                <a:latin typeface="Calibri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657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L402 route 500'd at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29657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B93A7"/>
                </a:solidFill>
                <a:latin typeface="Calibri"/>
              </a:rPr>
              <a:t>ws.mask() broke when bundled by webpack. Native lightning-js .node binding can't be webpacked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2331720"/>
            <a:ext cx="3514344" cy="3200400"/>
          </a:xfrm>
          <a:prstGeom prst="roundRect">
            <a:avLst>
              <a:gd name="adj" fmla="val 5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1624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624" y="2606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7931A"/>
                </a:solidFill>
                <a:latin typeface="Calibri"/>
              </a:rPr>
              <a:t>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624" y="3108960"/>
            <a:ext cx="29657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Webpack vs. native bindings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1624" y="4160520"/>
            <a:ext cx="29657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B93A7"/>
                </a:solidFill>
                <a:latin typeface="Calibri"/>
              </a:rPr>
              <a:t>Next.js bundled both modules into the route. Native code refused to load; ws was mangled by minification.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2331720"/>
            <a:ext cx="3514344" cy="3200400"/>
          </a:xfrm>
          <a:prstGeom prst="roundRect">
            <a:avLst>
              <a:gd name="adj" fmla="val 5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00288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0288" y="2606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7931A"/>
                </a:solidFill>
                <a:latin typeface="Calibri"/>
              </a:rP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288" y="3108960"/>
            <a:ext cx="29657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Externalize + Node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288" y="4160520"/>
            <a:ext cx="29657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B93A7"/>
                </a:solidFill>
                <a:latin typeface="Calibri"/>
              </a:rPr>
              <a:t>next.config.mjs externals: ['ws','@moneydevkit/lightning-js']. Route handler: export const runtime = 'nodejs'.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onsolas"/>
              </a:rPr>
              <a:t>commit  09efcb6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B93A7"/>
                </a:solidFill>
                <a:latin typeface="Consolas"/>
              </a:rPr>
              <a:t>fix(l402): externalize ws + lightning native module, set nodejs runtime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4160" y="36576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65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CECF0"/>
                </a:solidFill>
                <a:latin typeface="Consolas"/>
              </a:rPr>
              <a:t>0:55 – 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2024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0" b="1" i="0">
                <a:solidFill>
                  <a:srgbClr val="ECECF0"/>
                </a:solidFill>
                <a:latin typeface="Calibri"/>
              </a:rPr>
              <a:t>Live on mainnet.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0" b="1" i="0">
                <a:solidFill>
                  <a:srgbClr val="F7931A"/>
                </a:solidFill>
                <a:latin typeface="Calibri"/>
              </a:rPr>
              <a:t>MIT on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ECECF0"/>
                </a:solidFill>
                <a:latin typeface="Consolas"/>
              </a:rPr>
              <a:t>ayniw.com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8B93A7"/>
                </a:solidFill>
                <a:latin typeface="Consolas"/>
              </a:rPr>
              <a:t>github.com/d3nn1sVZ/Ayni-agents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